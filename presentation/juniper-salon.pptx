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15d567132e48e3" /><Relationship Type="http://schemas.openxmlformats.org/officeDocument/2006/relationships/extended-properties" Target="/docProps/app.xml" Id="R431767b3a9864f7e" /><Relationship Type="http://schemas.openxmlformats.org/officeDocument/2006/relationships/officeDocument" Target="/ppt/presentation.xml" Id="Rfefa1eba69e546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a86403c11541b3"/>
  </p:sldMasterIdLst>
  <p:notesMasterIdLst>
    <p:notesMasterId xmlns:r="http://schemas.openxmlformats.org/officeDocument/2006/relationships" r:id="R70e0b21e980f4644"/>
  </p:notesMasterIdLst>
  <p:sldIdLst>
    <p:sldId xmlns:r="http://schemas.openxmlformats.org/officeDocument/2006/relationships" id="256" r:id="R2220a17a7d07489d"/>
    <p:sldId xmlns:r="http://schemas.openxmlformats.org/officeDocument/2006/relationships" id="257" r:id="Rbab6cb77b39c4f0a"/>
    <p:sldId xmlns:r="http://schemas.openxmlformats.org/officeDocument/2006/relationships" id="258" r:id="Re8b8317f64994abe"/>
    <p:sldId xmlns:r="http://schemas.openxmlformats.org/officeDocument/2006/relationships" id="259" r:id="Refd11eb9f94e48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cd2ee952884cac" /><Relationship Type="http://schemas.openxmlformats.org/officeDocument/2006/relationships/slideMaster" Target="/ppt/slideMasters/slideMaster1.xml" Id="R56a86403c11541b3" /><Relationship Type="http://schemas.openxmlformats.org/officeDocument/2006/relationships/notesMaster" Target="/ppt/notesMasters/notesMaster1.xml" Id="R70e0b21e980f4644" /><Relationship Type="http://schemas.openxmlformats.org/officeDocument/2006/relationships/presProps" Target="/ppt/presProps.xml" Id="Rbf6eb6859d28447e" /><Relationship Type="http://schemas.openxmlformats.org/officeDocument/2006/relationships/tableStyles" Target="/ppt/tableStyles.xml" Id="R96293799a9ce48a5" /><Relationship Type="http://schemas.openxmlformats.org/officeDocument/2006/relationships/slide" Target="/ppt/slides/slide1.xml" Id="R2220a17a7d07489d" /><Relationship Type="http://schemas.openxmlformats.org/officeDocument/2006/relationships/slide" Target="/ppt/slides/slide2.xml" Id="Rbab6cb77b39c4f0a" /><Relationship Type="http://schemas.openxmlformats.org/officeDocument/2006/relationships/slide" Target="/ppt/slides/slide3.xml" Id="Re8b8317f64994abe" /><Relationship Type="http://schemas.openxmlformats.org/officeDocument/2006/relationships/slide" Target="/ppt/slides/slide4.xml" Id="Refd11eb9f94e48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73ad32d58e48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0c14694d3b4d28" /><Relationship Type="http://schemas.openxmlformats.org/officeDocument/2006/relationships/notesMaster" Target="/ppt/notesMasters/notesMaster1.xml" Id="Rdb194fd28de846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0960a009b3429a" /><Relationship Type="http://schemas.openxmlformats.org/officeDocument/2006/relationships/notesMaster" Target="/ppt/notesMasters/notesMaster1.xml" Id="R9959c516618a44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1981afce8645f8" /><Relationship Type="http://schemas.openxmlformats.org/officeDocument/2006/relationships/notesMaster" Target="/ppt/notesMasters/notesMaster1.xml" Id="Rc64a6824f7204a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e89b9651a548c0" /><Relationship Type="http://schemas.openxmlformats.org/officeDocument/2006/relationships/notesMaster" Target="/ppt/notesMasters/notesMaster1.xml" Id="Rb54c5366b4c740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evidence/customer-interview.txt, turns 4 and 9. Lena estimated 8–12 cancellations inside 48 hours weekly and around 3 refills. The target is at least half refilled without repeatedly checking. No financial impact or time-saving result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local browser screenshot. Demo clients and messages are simulated. Screenshot uses June 10, 2030 and 20-second offers; standard mode uses real Los Angeles time and 15 minutes. Client acceptance reserves a hold; the app cannot verify a real Square update. Source: customer interview turns 2–8,13–15.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Observed evidence: evidence/worker-recovery.json records SIGKILL, unchanged offer ID/deadline, one offer, and successful acceptance after restart. tests/workflow.test.ts covers expired replies, repeated acceptance, retries, and permanent delivery failure. The restart test stopped the background Worker, not the entire Temporal service. No real SMS side-effect guarantee is claimed. Staff confirmation and release remain described on slide 2 and in the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Customer-confirmed pilot owners: Lena and Carla (turn 15). Two-week duration was proposed during interview and is a practical next-step proposal. Real integrations, staff authentication, production data retention, and cross-channel booking reconciliation are excluded. 9am–7pm contact hours, 30-minute arrival buffer confirmed turn 14. Los Angeles timezone is a disclosed prototype assumption, not a customer-confirmed salon location.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d024b70d940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545c43610f47bd" /><Relationship Type="http://schemas.openxmlformats.org/officeDocument/2006/relationships/slideLayout" Target="/ppt/slideLayouts/slideLayout1.xml" Id="Rc138f056295442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38f056295442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9f626277c46d6" /><Relationship Type="http://schemas.openxmlformats.org/officeDocument/2006/relationships/notesSlide" Target="/ppt/notesSlides/notesSlide1.xml" Id="R013ffd5ecfec4a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cef89d75744e6" /><Relationship Type="http://schemas.openxmlformats.org/officeDocument/2006/relationships/image" Target="/ppt/media/image.jpeg" Id="Reed54357c26d42d9" /><Relationship Type="http://schemas.openxmlformats.org/officeDocument/2006/relationships/notesSlide" Target="/ppt/notesSlides/notesSlide2.xml" Id="Rfd9e7dd96fb14f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f6eb39a0044712" /><Relationship Type="http://schemas.openxmlformats.org/officeDocument/2006/relationships/notesSlide" Target="/ppt/notesSlides/notesSlide3.xml" Id="Rd38b9d9353a048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a030dda144eb8" /><Relationship Type="http://schemas.openxmlformats.org/officeDocument/2006/relationships/notesSlide" Target="/ppt/notesSlides/notesSlide4.xml" Id="R233d78bcfa514a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E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D17CA5-5F79-44A9-A8B7-A6590B15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3CD5F-ED09-4072-8716-1999D846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More filled appointments.</a:t>
            </a:r>
          </a:p>
          <a:p xmlns:a="http://schemas.openxmlformats.org/drawingml/2006/main">
            <a:pPr>
              <a:def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Less time chasing replies.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6456C-79C6-4363-858E-738FA57C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1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5098E-BB95-40F9-8BC7-F651361D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Lena and Carla currently coordinate Square, a spreadsheet, and texts.</a:t>
            </a:r>
          </a:p>
          <a:p xmlns:a="http://schemas.openxmlformats.org/drawingml/2006/main">
            <a:pPr>
              <a:def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Separate replies have left two clients believing they had the same slot.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806A7-AC08-41A0-A962-501A1859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8–12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BFB640-2352-490C-A4CA-A58DEEB9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late cancellations each week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CD5076-ED76-4890-BF9D-A97437E1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147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~3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53BF82-DAC0-49EB-84FC-F23FBD32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currently refilled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DA5889-1B71-4701-9CB3-F4913A3A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7147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≥50%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3A4EA5-2067-4B30-967E-0ACD96BC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7148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Lena’s refill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E6BE9A-0D5B-4400-A872-2BF1D61F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Customer estimates and target, not measured prototype results. Source: Lena interview, turns 4 and 9.</a:t>
            </a:r>
          </a:p>
        </p:txBody>
      </p:sp>
    </p:spTree>
    <p:extLst>
      <p:ext uri="{BB962C8B-B14F-4D97-AF65-F5344CB8AC3E}">
        <p14:creationId xmlns:p14="http://schemas.microsoft.com/office/powerpoint/2010/main" val="18894793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E1F3D-5097-4B59-8F56-FF26F544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E339D3-CEDC-4984-8E6F-25232B80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 acceptance holds the spot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BA130D-862E-447A-BAD0-F1AD5728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2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5E0AB9-A229-42D3-8A9F-6C9E546B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Staff complete the booking in Square before recording confirmation.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E5BD3-9185-48B0-AB7F-F99D73B6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01  Match the waitlist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A5ADF-CD09-43BF-9D1D-040F9E2C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Service, duration, stylist, time,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and permission to contact.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D9A5AC-5478-4D7C-BA83-F6973006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02  Offer one at a 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B4E53-7B5E-45D2-ADB7-2A744BE4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Earliest eligible client gets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 exclusive 15-minute offer.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08F858-6C78-4590-8304-14AB630C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03  Hold, then confirm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3753CE-3C2E-4D83-81EC-655A360B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Lena or Carla updates Square.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54357c26d42d9"/>
          <a:stretch xmlns:a="http://schemas.openxmlformats.org/drawingml/2006/main"/>
        </p:blipFill>
        <p:spPr>
          <a:xfrm xmlns:a="http://schemas.openxmlformats.org/drawingml/2006/main">
            <a:off x="4553048" y="2524125"/>
            <a:ext cx="7048304" cy="381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060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26A570-8F7D-4B07-8888-9EFA0CB7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D5B3E-3D6F-4940-A844-1DE51BD9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What happens when things go wrong?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076506-1A5D-48BE-AF73-A541E04A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3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F0228-1CE4-4BA8-8E9B-53D480DD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Temporal remembers who has the offer and how long they have to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A67FD-32E8-4744-8A4F-512EAAF1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91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 app stops while someone is deciding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7E6596-FFE4-4D9C-8540-36D4B8A5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286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We stopped and restarted the software handling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 waitlist. It remembered the same client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and their original deadline.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2B525-2D1E-4317-9575-4D01C3FF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67000"/>
            <a:ext cx="5000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client replies after their time is 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1C07A-D90B-4977-8973-EF126266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50006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They see that their offer has expired.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They cannot claim a spot now offered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to someone else.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221FA-0309-4AA7-8A0E-6C99E18A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519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text won’t go through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514CC-C12A-4CA4-81A7-3B56DD16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5286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For a temporary problem, the demo tries sending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again. If delivery fails, it offers the opening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to the next client who fits.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ADDBA-EE33-49D5-A7DF-0B638161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10100"/>
            <a:ext cx="5000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client taps “yes” twice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B5727D-36BF-4C90-9180-92D625D5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14925"/>
            <a:ext cx="500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Their spot stays held. The second tap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does not create another reservation.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4A6806-0BF4-458C-9C93-991FE273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We tested these situations in the prototype. Text messages are simulated.</a:t>
            </a:r>
          </a:p>
        </p:txBody>
      </p:sp>
    </p:spTree>
    <p:extLst>
      <p:ext uri="{BB962C8B-B14F-4D97-AF65-F5344CB8AC3E}">
        <p14:creationId xmlns:p14="http://schemas.microsoft.com/office/powerpoint/2010/main" val="1637929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74C224-069F-498C-93FF-A3019B35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919CE-9AD2-473B-8651-FE84227D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small, supervised pilot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3C041-1338-4246-A6BF-8A4AB3B6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4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92E29-4FED-4FAF-8125-9DEED26D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What this demonstration includes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E3E52-A101-4749-95B0-FA5D8912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51911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working local Temporal process.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Fictional waitlist and simulated texts.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One active opening at a time.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Manual Square confirmation.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Quick demo: 20-second offers.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Standard mode: 15-minute offers.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9B8D80-C27D-4D64-921D-E39736AD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28875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Before contacting real clients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F929FA-F197-4718-A629-4A1A51B1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38475"/>
            <a:ext cx="4857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Connect the waitlist and SMS provider.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Add staff sign-in, consent records, and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booking reconciliation with Square.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Then Lena and Carla try a two-week pilot.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Track confirmed refills / eligible openings,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staff follow-ups, and booking conflicts.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8D76B-C418-4D74-B0D2-5D04F508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Decision: aim for ≥50% refilled, fewer manual checks, and no conflicting booking promises. Results are still to be measured.</a:t>
            </a:r>
          </a:p>
        </p:txBody>
      </p:sp>
    </p:spTree>
    <p:extLst>
      <p:ext uri="{BB962C8B-B14F-4D97-AF65-F5344CB8AC3E}">
        <p14:creationId xmlns:p14="http://schemas.microsoft.com/office/powerpoint/2010/main" val="20708917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2026-10-04T23:53:59.9720000Z</dcterms:created>
  <dcterms:modified xsi:type="dcterms:W3CDTF">2026-10-04T23:53:59.9720000Z</dcterms:modified>
</coreProperties>
</file>