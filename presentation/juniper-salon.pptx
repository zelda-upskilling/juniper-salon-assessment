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7518721b4146d1" /><Relationship Type="http://schemas.openxmlformats.org/officeDocument/2006/relationships/extended-properties" Target="/docProps/app.xml" Id="R0aae8a5f79084eb6" /><Relationship Type="http://schemas.openxmlformats.org/officeDocument/2006/relationships/officeDocument" Target="/ppt/presentation.xml" Id="Radc0ea194d6a43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934a1c32cb44eb"/>
  </p:sldMasterIdLst>
  <p:notesMasterIdLst>
    <p:notesMasterId xmlns:r="http://schemas.openxmlformats.org/officeDocument/2006/relationships" r:id="R3c629d14eb904d86"/>
  </p:notesMasterIdLst>
  <p:sldIdLst>
    <p:sldId xmlns:r="http://schemas.openxmlformats.org/officeDocument/2006/relationships" id="256" r:id="Rc7b36c46173a4853"/>
    <p:sldId xmlns:r="http://schemas.openxmlformats.org/officeDocument/2006/relationships" id="257" r:id="R24860ec2e2104052"/>
    <p:sldId xmlns:r="http://schemas.openxmlformats.org/officeDocument/2006/relationships" id="258" r:id="Rf7059018cde04cc0"/>
    <p:sldId xmlns:r="http://schemas.openxmlformats.org/officeDocument/2006/relationships" id="259" r:id="R5f8cc8e028c34b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6706c30b5947c8" /><Relationship Type="http://schemas.openxmlformats.org/officeDocument/2006/relationships/slideMaster" Target="/ppt/slideMasters/slideMaster1.xml" Id="Rb9934a1c32cb44eb" /><Relationship Type="http://schemas.openxmlformats.org/officeDocument/2006/relationships/notesMaster" Target="/ppt/notesMasters/notesMaster1.xml" Id="R3c629d14eb904d86" /><Relationship Type="http://schemas.openxmlformats.org/officeDocument/2006/relationships/presProps" Target="/ppt/presProps.xml" Id="Rf29e7173d76942c8" /><Relationship Type="http://schemas.openxmlformats.org/officeDocument/2006/relationships/tableStyles" Target="/ppt/tableStyles.xml" Id="Rc11cfe9edf2f4c1a" /><Relationship Type="http://schemas.openxmlformats.org/officeDocument/2006/relationships/slide" Target="/ppt/slides/slide1.xml" Id="Rc7b36c46173a4853" /><Relationship Type="http://schemas.openxmlformats.org/officeDocument/2006/relationships/slide" Target="/ppt/slides/slide2.xml" Id="R24860ec2e2104052" /><Relationship Type="http://schemas.openxmlformats.org/officeDocument/2006/relationships/slide" Target="/ppt/slides/slide3.xml" Id="Rf7059018cde04cc0" /><Relationship Type="http://schemas.openxmlformats.org/officeDocument/2006/relationships/slide" Target="/ppt/slides/slide4.xml" Id="R5f8cc8e028c34b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09def6e7cb4e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adfbf7ef6e4871" /><Relationship Type="http://schemas.openxmlformats.org/officeDocument/2006/relationships/notesMaster" Target="/ppt/notesMasters/notesMaster1.xml" Id="Rb29b7b41059541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0134219c3641d9" /><Relationship Type="http://schemas.openxmlformats.org/officeDocument/2006/relationships/notesMaster" Target="/ppt/notesMasters/notesMaster1.xml" Id="Rac3d6b36b5ce4b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611e0f75aa4b41" /><Relationship Type="http://schemas.openxmlformats.org/officeDocument/2006/relationships/notesMaster" Target="/ppt/notesMasters/notesMaster1.xml" Id="Rf22a3e5d995942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ef7ec0d32b4f47" /><Relationship Type="http://schemas.openxmlformats.org/officeDocument/2006/relationships/notesMaster" Target="/ppt/notesMasters/notesMaster1.xml" Id="R0a71adcfc5f445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evidence/customer-interview.txt, turns 4 and 9. Lena estimated 8–12 cancellations inside 48 hours weekly and around 3 refills. The target is at least half refilled without repeatedly checking. No financial impact or time-saving result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local browser screenshot. Demo clients and messages are simulated. Screenshot uses June 10, 2030 and 20-second offers; standard mode uses real Los Angeles time and 15 minutes. Client acceptance reserves a hold; the app cannot verify a real Square update. Source: customer interview turns 2–8,13–15.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Observed evidence: evidence/worker-recovery.json records SIGKILL, unchanged offer ID/deadline, one offer, and successful acceptance after restart. tests/workflow.test.ts covers deadline, duplicate Update ID, stale acceptance, booking confirmation, release, retries, withdrawal, opt-outs, and no matches. No real SMS side-effect guarantee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Customer-confirmed pilot owners: Lena and Carla (turn 15). Two-week duration was proposed during interview and is a practical next-step proposal. Real integrations, staff authentication, production data retention, and cross-channel booking reconciliation are excluded. 9am–7pm contact hours, 30-minute arrival buffer confirmed turn 14. Los Angeles timezone is a disclosed prototype assumption, not a customer-confirmed salon location.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242cf67c34b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be8f86464e4ecf" /><Relationship Type="http://schemas.openxmlformats.org/officeDocument/2006/relationships/slideLayout" Target="/ppt/slideLayouts/slideLayout1.xml" Id="R29c8e724d6b547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c8e724d6b547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1c97c56b04267" /><Relationship Type="http://schemas.openxmlformats.org/officeDocument/2006/relationships/notesSlide" Target="/ppt/notesSlides/notesSlide1.xml" Id="R5b4bd47ae1e448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89902f518492e" /><Relationship Type="http://schemas.openxmlformats.org/officeDocument/2006/relationships/image" Target="/ppt/media/image.jpeg" Id="R3003488045ce4cb2" /><Relationship Type="http://schemas.openxmlformats.org/officeDocument/2006/relationships/notesSlide" Target="/ppt/notesSlides/notesSlide2.xml" Id="Rfce0a84159c548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c21974e4594a43" /><Relationship Type="http://schemas.openxmlformats.org/officeDocument/2006/relationships/notesSlide" Target="/ppt/notesSlides/notesSlide3.xml" Id="Ra525a6bcea2f4a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62b26938844ad4" /><Relationship Type="http://schemas.openxmlformats.org/officeDocument/2006/relationships/notesSlide" Target="/ppt/notesSlides/notesSlide4.xml" Id="Re804b19ff7934b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E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A1833-DCB0-4820-9EFA-A734F1E8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2975A-FF28-4785-B6A0-86D45E23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More filled appointments.</a:t>
            </a:r>
          </a:p>
          <a:p xmlns:a="http://schemas.openxmlformats.org/drawingml/2006/main">
            <a:pPr>
              <a:def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Less time chasing replies.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59530-D042-4CE9-BDDF-8DD914DB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1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8C200-8AA6-4B4F-A5EB-9566FC7E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Lena and Carla currently coordinate Square, a spreadsheet, and texts.</a:t>
            </a:r>
          </a:p>
          <a:p xmlns:a="http://schemas.openxmlformats.org/drawingml/2006/main">
            <a:pPr>
              <a:def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Separate replies have left two clients believing they had the same slot.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32177-B9F5-478B-ADD5-ABEE88CA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8–12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A066CC-A5B6-4837-A2BC-FA75123D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late cancellations each week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AEE01-FEAE-4FD9-9167-D121648C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147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~3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E1D493-BF47-4C44-A67F-BEFD73B8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currently refilled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7D22E-3B2D-4CA7-89B9-4216E4B1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7147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≥50%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4F744F-DF65-40BA-A2BF-C863ECE9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7148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Lena’s refill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E59D5-1672-45BB-AC9A-586F97DA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Customer estimates and target, not measured prototype results. Source: Lena interview, turns 4 and 9.</a:t>
            </a:r>
          </a:p>
        </p:txBody>
      </p:sp>
    </p:spTree>
    <p:extLst>
      <p:ext uri="{BB962C8B-B14F-4D97-AF65-F5344CB8AC3E}">
        <p14:creationId xmlns:p14="http://schemas.microsoft.com/office/powerpoint/2010/main" val="1999746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A8278-54D9-4A61-A6F1-304D3C61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D0F9B-BEDB-49CD-BA35-D4DAAD14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 acceptance holds the spot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30A2A-FF8C-4420-B637-38CC0409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2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5BB97-2E5C-47E4-8001-726481CA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Staff complete the booking in Square before recording confirmation.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263A4-7FA2-4119-B863-537A0F10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01  Match the waitlist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1392D-8300-46B3-A654-17254D00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Service, duration, stylist, time,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and permission to contact.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89A3D-61D8-4A55-98D5-2AFD80BC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02  Offer one at a 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23CC2-81B2-4087-A9C1-5EC62698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Earliest eligible client gets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 exclusive 15-minute offer.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71101-6785-4B21-87E6-C414A542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03  Hold, then confirm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127A6-356C-49B3-A422-B161E553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Lena or Carla updates Square.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3488045ce4cb2"/>
          <a:stretch xmlns:a="http://schemas.openxmlformats.org/drawingml/2006/main"/>
        </p:blipFill>
        <p:spPr>
          <a:xfrm xmlns:a="http://schemas.openxmlformats.org/drawingml/2006/main">
            <a:off x="4553048" y="2524125"/>
            <a:ext cx="7048304" cy="381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2193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EC2623-B3FF-4B42-98C0-2B19447E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EEB36-0409-41D1-AE8F-94DF8B7F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 process remembers where it left 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E7F48-20B5-4CB3-9CED-57024F7C6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3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DE2FF-332F-428A-8C9E-962520B9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Temporal keeps the offer, its deadline, and the booking hold durable.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7B949-D854-4BFF-BEBC-7C57D705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Verified in this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F7B06-D1B8-4B03-9201-18CCFFF9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6096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Worker was forcibly stopped and restarted.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 same offer and deadline survived.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Expired replies are rejected.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Repeated acceptance cannot create another hold.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Failed delivery advances; temporary failure retries.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71286E-AD79-4457-A36F-AFEF876D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14625"/>
            <a:ext cx="404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Staff remain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4D28D-A926-4EA8-AAD3-33CBF812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95650"/>
            <a:ext cx="4000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question does not extend the deadline.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held slot stays reserved until staff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confirm, release, or withdraw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 activity journal shows what happened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and what needs attention.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A6336-3327-49B2-9DF9-1B382081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Evidence: worker-recovery.json, temporal-workflow.jpg, and the automated workflow tests in the repository.</a:t>
            </a:r>
          </a:p>
        </p:txBody>
      </p:sp>
    </p:spTree>
    <p:extLst>
      <p:ext uri="{BB962C8B-B14F-4D97-AF65-F5344CB8AC3E}">
        <p14:creationId xmlns:p14="http://schemas.microsoft.com/office/powerpoint/2010/main" val="21329979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979C5-B9EB-4F99-A4C8-9F4B6A77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707A7-6249-4E6F-9768-F53B3B5A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small, supervised pilot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E6E553-A203-4A34-8B2F-46339ED5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4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9F9F6-A2CB-40B3-B5AE-D2B31790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What this demonstration includes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675BE-134B-4774-A8EC-F5876C5D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51911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working local Temporal process.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Fictional waitlist and simulated texts.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One active opening at a time.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Manual Square confirmation.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Quick demo: 20-second offers.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Standard mode: 15-minute offers.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E7DE82-1F6F-4DB8-8F24-D918AA23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28875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Before contacting real clients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91AAE-DAEB-4E4B-8CEE-68AB60EE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38475"/>
            <a:ext cx="4857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Connect the waitlist and SMS provider.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Add staff sign-in, consent records, and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booking reconciliation with Square.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Then Lena and Carla try a two-week pilot.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Track confirmed refills / eligible openings,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staff follow-ups, and booking conflicts.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534479-53E2-4E6E-9C39-AB326B60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Decision: aim for ≥50% refilled, fewer manual checks, and no conflicting booking promises. Results are still to be measured.</a:t>
            </a:r>
          </a:p>
        </p:txBody>
      </p:sp>
    </p:spTree>
    <p:extLst>
      <p:ext uri="{BB962C8B-B14F-4D97-AF65-F5344CB8AC3E}">
        <p14:creationId xmlns:p14="http://schemas.microsoft.com/office/powerpoint/2010/main" val="19441043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2026-10-04T23:06:59.9940000Z</dcterms:created>
  <dcterms:modified xsi:type="dcterms:W3CDTF">2026-10-04T23:06:59.9940000Z</dcterms:modified>
</coreProperties>
</file>